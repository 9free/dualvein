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BA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20173F-127B-47AF-9BDE-00A9A52417E6}" v="15" dt="2025-10-13T06:27:15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TAWANNAKUL, Jarinyagon" userId="3bd5370f-b22c-4691-b1bb-280768f24418" providerId="ADAL" clId="{7CCEC0B7-0D27-4017-AEE5-7F5087959B3B}"/>
    <pc:docChg chg="undo custSel modSld">
      <pc:chgData name="CHANTAWANNAKUL, Jarinyagon" userId="3bd5370f-b22c-4691-b1bb-280768f24418" providerId="ADAL" clId="{7CCEC0B7-0D27-4017-AEE5-7F5087959B3B}" dt="2025-10-13T06:43:56.575" v="16" actId="207"/>
      <pc:docMkLst>
        <pc:docMk/>
      </pc:docMkLst>
      <pc:sldChg chg="modSp mod setBg">
        <pc:chgData name="CHANTAWANNAKUL, Jarinyagon" userId="3bd5370f-b22c-4691-b1bb-280768f24418" providerId="ADAL" clId="{7CCEC0B7-0D27-4017-AEE5-7F5087959B3B}" dt="2025-10-13T06:43:56.575" v="16" actId="207"/>
        <pc:sldMkLst>
          <pc:docMk/>
          <pc:sldMk cId="1498940765" sldId="256"/>
        </pc:sldMkLst>
        <pc:spChg chg="mod">
          <ac:chgData name="CHANTAWANNAKUL, Jarinyagon" userId="3bd5370f-b22c-4691-b1bb-280768f24418" providerId="ADAL" clId="{7CCEC0B7-0D27-4017-AEE5-7F5087959B3B}" dt="2025-10-13T06:43:56.575" v="16" actId="207"/>
          <ac:spMkLst>
            <pc:docMk/>
            <pc:sldMk cId="1498940765" sldId="256"/>
            <ac:spMk id="6" creationId="{55BC5ABF-EE98-F1EE-1143-24787B526319}"/>
          </ac:spMkLst>
        </pc:spChg>
        <pc:spChg chg="mod">
          <ac:chgData name="CHANTAWANNAKUL, Jarinyagon" userId="3bd5370f-b22c-4691-b1bb-280768f24418" providerId="ADAL" clId="{7CCEC0B7-0D27-4017-AEE5-7F5087959B3B}" dt="2025-10-13T06:43:56.575" v="16" actId="207"/>
          <ac:spMkLst>
            <pc:docMk/>
            <pc:sldMk cId="1498940765" sldId="256"/>
            <ac:spMk id="7" creationId="{8DD36F92-E2AC-C536-8C8D-FF8B1C264EB3}"/>
          </ac:spMkLst>
        </pc:spChg>
        <pc:spChg chg="mod">
          <ac:chgData name="CHANTAWANNAKUL, Jarinyagon" userId="3bd5370f-b22c-4691-b1bb-280768f24418" providerId="ADAL" clId="{7CCEC0B7-0D27-4017-AEE5-7F5087959B3B}" dt="2025-10-13T06:43:56.575" v="16" actId="207"/>
          <ac:spMkLst>
            <pc:docMk/>
            <pc:sldMk cId="1498940765" sldId="256"/>
            <ac:spMk id="8" creationId="{CA42E988-EBCB-B5E6-B234-230F94BBEBD7}"/>
          </ac:spMkLst>
        </pc:spChg>
        <pc:spChg chg="mod">
          <ac:chgData name="CHANTAWANNAKUL, Jarinyagon" userId="3bd5370f-b22c-4691-b1bb-280768f24418" providerId="ADAL" clId="{7CCEC0B7-0D27-4017-AEE5-7F5087959B3B}" dt="2025-10-13T06:43:56.575" v="16" actId="207"/>
          <ac:spMkLst>
            <pc:docMk/>
            <pc:sldMk cId="1498940765" sldId="256"/>
            <ac:spMk id="9" creationId="{6B100A7A-3D25-9798-ACE3-1C909213C1E2}"/>
          </ac:spMkLst>
        </pc:spChg>
        <pc:grpChg chg="mod">
          <ac:chgData name="CHANTAWANNAKUL, Jarinyagon" userId="3bd5370f-b22c-4691-b1bb-280768f24418" providerId="ADAL" clId="{7CCEC0B7-0D27-4017-AEE5-7F5087959B3B}" dt="2025-10-13T06:43:56.575" v="16" actId="207"/>
          <ac:grpSpMkLst>
            <pc:docMk/>
            <pc:sldMk cId="1498940765" sldId="256"/>
            <ac:grpSpMk id="4" creationId="{B593DBDD-57DF-4B84-60E2-52A14DD04F9C}"/>
          </ac:grpSpMkLst>
        </pc:grpChg>
        <pc:grpChg chg="mod">
          <ac:chgData name="CHANTAWANNAKUL, Jarinyagon" userId="3bd5370f-b22c-4691-b1bb-280768f24418" providerId="ADAL" clId="{7CCEC0B7-0D27-4017-AEE5-7F5087959B3B}" dt="2025-10-13T06:43:56.575" v="16" actId="207"/>
          <ac:grpSpMkLst>
            <pc:docMk/>
            <pc:sldMk cId="1498940765" sldId="256"/>
            <ac:grpSpMk id="5" creationId="{03E0D46A-EE5B-136B-D46A-36D42677D2F5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9C92-49E1-D395-9603-1AB8960BB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1B657-5866-93AA-A4A5-D69977452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95525-9482-5DC8-C536-F01F31A3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82C5-428F-4DB6-A06D-EFF8F058F24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2A69B-57DC-416F-4FD7-F5CB66BED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80FCA-2207-1E39-D5C2-63A27C3C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274B1-5206-4EF9-80A8-B2D0DF81D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10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45D16-FB3C-6266-9472-B94A760B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829C9-F590-2DEB-57EE-719702B5C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45076-9C74-CB78-779C-E71DCE25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82C5-428F-4DB6-A06D-EFF8F058F24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A9165-CE04-B1DC-253C-C5EDD5EA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F4228-96A2-6905-E8A6-E1DDD20C6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274B1-5206-4EF9-80A8-B2D0DF81D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54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CBF47-57F6-1B56-B028-2310D979C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C2E91-557F-71BF-AFA5-BFCA84845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6655F-87E5-C86E-4BC6-236037C8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82C5-428F-4DB6-A06D-EFF8F058F24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A5552-17BF-8B3A-AA40-3A455BC9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09D3B-9429-1EF2-52B4-EF979629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274B1-5206-4EF9-80A8-B2D0DF81D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2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13C22-4C69-F093-8981-A2A1ED7B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F6A91-5546-D1E8-10F3-4FE1907677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D7E70-2365-B214-6882-42D442014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F28DE-CF50-B81D-8BD9-66EA39C06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82C5-428F-4DB6-A06D-EFF8F058F24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61ABF-14E7-0BC6-935B-EC95DD252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010B4-8D1D-88E9-AF37-B4929A225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274B1-5206-4EF9-80A8-B2D0DF81D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2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0204F-A952-CE1C-85EA-826F97177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6FDE9-CC11-B025-29E6-180F6C91A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B249C-48EF-9326-C576-8B544388D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83257-C34E-7C0F-D9D2-E4510BA5C0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EA8C22-71AA-3156-6246-AAFE217BF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A9DA3-982F-1BB0-2374-C2591798D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82C5-428F-4DB6-A06D-EFF8F058F24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A5A768-C949-7377-7C8F-593C04F83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22FFEB-354E-504B-8F10-69759B52E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274B1-5206-4EF9-80A8-B2D0DF81D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95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34502-67C2-873C-0BAA-07A92BCF8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DB248-818E-F29E-BE65-55A65DC8D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82C5-428F-4DB6-A06D-EFF8F058F24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7B685-136E-F16A-99E2-296D6C9C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C9522-A171-534B-C94C-0ED047FB4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274B1-5206-4EF9-80A8-B2D0DF81D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98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AF2DD7-0955-85F7-6A80-AFA0B271E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82C5-428F-4DB6-A06D-EFF8F058F24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ED719-4B4A-68B1-E466-F8F4B7495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043B4-D8FC-EF1D-788B-DD7F41A52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274B1-5206-4EF9-80A8-B2D0DF81D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4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132E0-1DA5-4B81-4DB2-126563CDC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36914-1281-FA4E-0AD5-A27C11496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2B487F-B9E6-CBCD-C061-1CD5A3D30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2B2DC-3057-E5B8-085F-CA6EE6D85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82C5-428F-4DB6-A06D-EFF8F058F24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89151-F3BE-A35F-33C1-5B3735FA0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94937-9B0E-BC01-6482-53043F260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274B1-5206-4EF9-80A8-B2D0DF81D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85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67D3-524F-1960-F58D-99664771D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41718E-B5CC-4C3C-DD37-9E214F8E8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0BE81-4B7D-298C-4BEA-EAD55E1D1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BAD3C-9E22-F102-5D4D-B01DB132B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82C5-428F-4DB6-A06D-EFF8F058F24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D91BF-0ADB-A448-4663-A855CE67C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F8092-6E0E-70F1-9EEC-7F6C5DDC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274B1-5206-4EF9-80A8-B2D0DF81D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36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14EE1-F49D-3FE7-5F44-F0CFA19A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C6B21-77C2-EFA5-BBDE-2EB7D15C1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CDF03-D208-3FFA-06C4-680BEECF6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82C5-428F-4DB6-A06D-EFF8F058F24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46458-77BC-5132-4C94-B6DCABC1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DC227-11A6-B229-7147-E1AA54635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274B1-5206-4EF9-80A8-B2D0DF81D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23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5720FC-745D-0D08-728B-142764486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8240A7-DFC8-FABE-2E6A-582D3C915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D1541-B217-C7F0-2D21-6EAD5560C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82C5-428F-4DB6-A06D-EFF8F058F24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43743-D301-0A9A-E0A1-5148AA395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DBE00-F142-FE26-7416-52C72383E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274B1-5206-4EF9-80A8-B2D0DF81D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3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746BD1-4DE1-B87F-9EF3-CA99B016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6D2F9-C9C9-989A-E9DA-F883D51D4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AFD1E-2AD7-9F0D-5482-96462DCAD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482C5-428F-4DB6-A06D-EFF8F058F24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39F5A-2EC8-1C16-85F9-2A6F1CB45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CE573-686A-ADEB-60E1-6C6E2BFF2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274B1-5206-4EF9-80A8-B2D0DF81D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7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593DBDD-57DF-4B84-60E2-52A14DD04F9C}"/>
              </a:ext>
            </a:extLst>
          </p:cNvPr>
          <p:cNvGrpSpPr/>
          <p:nvPr/>
        </p:nvGrpSpPr>
        <p:grpSpPr>
          <a:xfrm>
            <a:off x="4565896" y="1150484"/>
            <a:ext cx="3060208" cy="4906353"/>
            <a:chOff x="922748" y="1438479"/>
            <a:chExt cx="2952328" cy="473339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3E0D46A-EE5B-136B-D46A-36D42677D2F5}"/>
                </a:ext>
              </a:extLst>
            </p:cNvPr>
            <p:cNvGrpSpPr/>
            <p:nvPr/>
          </p:nvGrpSpPr>
          <p:grpSpPr>
            <a:xfrm>
              <a:off x="922748" y="1497952"/>
              <a:ext cx="2952328" cy="4673918"/>
              <a:chOff x="922748" y="1497952"/>
              <a:chExt cx="2952328" cy="4673918"/>
            </a:xfrm>
          </p:grpSpPr>
          <p:sp>
            <p:nvSpPr>
              <p:cNvPr id="7" name="Isosceles Triangle 6">
                <a:extLst>
                  <a:ext uri="{FF2B5EF4-FFF2-40B4-BE49-F238E27FC236}">
                    <a16:creationId xmlns:a16="http://schemas.microsoft.com/office/drawing/2014/main" id="{8DD36F92-E2AC-C536-8C8D-FF8B1C264EB3}"/>
                  </a:ext>
                </a:extLst>
              </p:cNvPr>
              <p:cNvSpPr/>
              <p:nvPr/>
            </p:nvSpPr>
            <p:spPr>
              <a:xfrm rot="13027944">
                <a:off x="2315017" y="1497952"/>
                <a:ext cx="182077" cy="4673918"/>
              </a:xfrm>
              <a:prstGeom prst="triangle">
                <a:avLst>
                  <a:gd name="adj" fmla="val 91560"/>
                </a:avLst>
              </a:prstGeom>
              <a:solidFill>
                <a:srgbClr val="00B9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A42E988-EBCB-B5E6-B234-230F94BBEBD7}"/>
                  </a:ext>
                </a:extLst>
              </p:cNvPr>
              <p:cNvSpPr/>
              <p:nvPr/>
            </p:nvSpPr>
            <p:spPr>
              <a:xfrm>
                <a:off x="922748" y="2132856"/>
                <a:ext cx="2952328" cy="2952328"/>
              </a:xfrm>
              <a:prstGeom prst="ellipse">
                <a:avLst/>
              </a:prstGeom>
              <a:gradFill flip="none" rotWithShape="1">
                <a:gsLst>
                  <a:gs pos="27000">
                    <a:schemeClr val="accent1">
                      <a:lumMod val="5000"/>
                      <a:lumOff val="95000"/>
                    </a:schemeClr>
                  </a:gs>
                  <a:gs pos="79000">
                    <a:srgbClr val="00B9D6"/>
                  </a:gs>
                  <a:gs pos="100000">
                    <a:srgbClr val="006B7D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softEdge rad="635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 dirty="0"/>
              </a:p>
            </p:txBody>
          </p:sp>
          <p:sp>
            <p:nvSpPr>
              <p:cNvPr id="9" name="Isosceles Triangle 8">
                <a:extLst>
                  <a:ext uri="{FF2B5EF4-FFF2-40B4-BE49-F238E27FC236}">
                    <a16:creationId xmlns:a16="http://schemas.microsoft.com/office/drawing/2014/main" id="{6B100A7A-3D25-9798-ACE3-1C909213C1E2}"/>
                  </a:ext>
                </a:extLst>
              </p:cNvPr>
              <p:cNvSpPr/>
              <p:nvPr/>
            </p:nvSpPr>
            <p:spPr>
              <a:xfrm rot="12487493">
                <a:off x="2300731" y="1497952"/>
                <a:ext cx="182077" cy="4673918"/>
              </a:xfrm>
              <a:prstGeom prst="triangle">
                <a:avLst>
                  <a:gd name="adj" fmla="val 91560"/>
                </a:avLst>
              </a:prstGeom>
              <a:solidFill>
                <a:srgbClr val="006B7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/>
              </a:p>
            </p:txBody>
          </p:sp>
        </p:grp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55BC5ABF-EE98-F1EE-1143-24787B526319}"/>
                </a:ext>
              </a:extLst>
            </p:cNvPr>
            <p:cNvSpPr/>
            <p:nvPr/>
          </p:nvSpPr>
          <p:spPr>
            <a:xfrm rot="8273472">
              <a:off x="2280984" y="1438479"/>
              <a:ext cx="359459" cy="4673918"/>
            </a:xfrm>
            <a:prstGeom prst="triangle">
              <a:avLst>
                <a:gd name="adj" fmla="val 91560"/>
              </a:avLst>
            </a:prstGeom>
            <a:gradFill>
              <a:gsLst>
                <a:gs pos="60000">
                  <a:srgbClr val="7BD9EA"/>
                </a:gs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9D6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</p:grpSp>
    </p:spTree>
    <p:extLst>
      <p:ext uri="{BB962C8B-B14F-4D97-AF65-F5344CB8AC3E}">
        <p14:creationId xmlns:p14="http://schemas.microsoft.com/office/powerpoint/2010/main" val="1498940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CHANTAWANNAKUL, Jarinyagon</dc:creator>
  <cp:lastModifiedBy>CHANTAWANNAKUL, Jarinyagon</cp:lastModifiedBy>
  <cp:revision>1</cp:revision>
  <dcterms:created xsi:type="dcterms:W3CDTF">2025-10-13T01:45:35Z</dcterms:created>
  <dcterms:modified xsi:type="dcterms:W3CDTF">2025-10-13T06:44:07Z</dcterms:modified>
</cp:coreProperties>
</file>